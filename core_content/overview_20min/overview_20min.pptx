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Routine health information systems are a critical source of data, but often underused due to concerns about data quality and long delays between data collection and analysis
- Traditional household and facility surveys, while essential, are resource-intensive and infrequent
- FASTR's rapid-cycle analytics address this gap by providing:
  - Timely insights aligned with country decision cycles
  - Continuous learning rather than one-off assessments
  - Direct feedback loops between data, analysis, and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DHIS2 is excellent for data collection and basic visualization - FASTR complements it
- Key differentiator: data quality adjustment before analysis
- Coverage methodology goes beyond simple HMIS/population ratios
- Goal is to enable faster, more rigorous analysis for decision-making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FASTR takes a multi-pronged approach to data quality
- Focus on high-volume indicators for more stable estimates
- Emphasize variation over time and space rather than point estimates
- Interpret results collaboratively with in-country decision-makers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Completeness: Are facilities that should report actually reporting?
- Outliers: Only flags HIGH values (low values may be real service disruptions)
- Consistency: Assessed at district level to account for patient movement between facilities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DQA is not about rejecting data, but understanding its limitations
- High-quality indicators can be used with more confidence
- Low-quality indicators may need adjustment or careful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Comparing scenarios shows how much results depend on adjustment choices
- Outlier adjustment typically reduces volume (removes inflated values)
- Completeness adjustment typically increases volume (fills gaps)
- Large adjustments indicate areas needing data quality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Adjustment is transparent - we can see exactly what changed
- Large adjustments indicate areas needing data quality attention
- Sensitivity analysis builds confidence in findings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Service volumes don't require population denominators - useful when denominators uncertain
- YoY comparison controls for seasonal variation
- Disruption = sustained deviation below expected, not just a single bad month
- When flagged changes appear, ask: data quality issue, real program change, or external event?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Utilization analysis doesn't require denominators - useful when population data uncertain
- Flagged changes trigger investigation, not automatic conclusions
- Triangulate with local knowledge to understand root causes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Key insight: we can derive denominators from the data itself
- Multiple denominator options compared to find best fit with survey benchmarks
- Projections extend survey estimates forward using HMIS trends
- Result: more reliable, timely coverage estimates for monitoring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Compare grey (HMIS) to black (survey) - gap indicates denominator accuracy
- Subnational view identifies geographic disparities for targeting resources
- Use these outputs to inform program planning and resource allocation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Coverage goes beyond utilization to reveal unmet need
- Subnational analysis highlights geographic inequities for targeting
- Use these questions to guide discussion with stakeholders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FASTR High-Level Overview</dc:title>
  <dc:subject>A 20-minute introduction to FASTR methodology</dc:subject>
  <dc:creator>Created by Marp</dc:creator>
  <cp:lastModifiedBy>Created by Marp</cp:lastModifiedBy>
  <cp:revision>1</cp:revision>
  <dcterms:created xsi:type="dcterms:W3CDTF">2026-02-04T00:45:26Z</dcterms:created>
  <dcterms:modified xsi:type="dcterms:W3CDTF">2026-02-04T00:45:26Z</dcterms:modified>
</cp:coreProperties>
</file>